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の機能をひとつだけ紹介します。コードレビューです。
5分後には、今日から打てるコマンドを1つ持って帰れます。
【所要 10秒】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レビューを出すとき、少し身構えませんか。
初歩的なミスでレビュアーの時間を取るのが申し訳ない、とか。
あと単純に、レビュー待ちで手が止まるのがもったいない。
人に出す前に自分で一回潰せたらいいなと思って、試した話をします。
【所要 15秒】【縮めるなら1文に】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結論はこれだけです。Claude Code を起動して /code-review。
引数もファイル名も要りません。いまのブランチの差分を自動で見つけてレビューします。
【所要 12秒】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前提を先に言っておきます。モデルは Sonnet 5、effort は medium、
Claude Code は v2.1.251 です。画面の上に実際の設定が出ています。
それからどの工程の話か。今日お見せするのは製造・単体実装のフェーズ、
つまりコードを書き終えて人にレビューを出す直前です。
今日出てくるバグは、結合試験まで行けば見つかるはずのものです。
それをもっと手前で、自分ひとりで潰すという話をします。
【所要 20秒】【削らない — 質疑を封じる枚】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題材は Go の小さな CLI です。CSVの台帳を読んで、月ごとの収支を集計するだけ。
差分は3ファイル130行、よくあるサイズのPRだと思います。
build も vet も無警告で通ります。静的解析では何も出ません。
【所要 20秒】【この2枚で「どうせlintで出るやつ」を先に潰す】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1行ずつ見て、売上なら売上に、それ以外は支出に足していく。
最後に売上マイナス支出で粗利を出す。
ごく普通のコードに見えると思います。実際、私もそう思っていました。
【所要 18秒】【バグを探させない。次への伏線なのでさらっと流す】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動かします。エラーは出ません。終了コードも 0 です。
【ここで一拍おく】
でも間違っています。実際に手元に残るのは 3,200円。表示は 36,800円です。
支出をマイナスで持っているのに、さらに引き算していたので符号が反転していました。
こういうのが一番こわいと思っていて、落ちないので誰も気づかない。
【所要 33秒】【★絶対に削らない。赤枠を忘れずに】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コマンドを打つと、裏で別プロセスとして走ります。
待っている間も別の作業を頼めます。
【所要 12秒】
【サブエージェントの仕組みには踏み込まない。5分では本題が薄まる】
【縮めるならこの枚を落とす — 03と内容が重なる】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54秒で3件出ました。さっきの符号バグは1件目です。
「2026-01のデータだと本来3200のところ36800と算出される」と、
具体的な数字まで書いてあります。推測ではなく、実際にビルドして動かした上での指摘です。
ここまでは、正直まあそうだろうなと思っていました。驚いたのはこの次です。
【所要 28秒】【メイン画面が結論、サブエージェント画面は作業量の証拠。説明不要】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どれくらい厳しく見るかを指定できます。同じ差分に、今度は high で。
【所要 8秒 — ここは速く抜ける】
【縮めるなら次の11に統合してよい】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7件に増えました。時間は54秒から2分34秒。約3倍かかっています。
赤と黄で重要度が分かれていて、赤が4件、黄が3件。
増えたのは、表示順が実行のたびに変わる問題や、ループが2回まわっている効率の指摘などです。
ただ、私が一番おっと思ったのはこれでした。
【所要 20秒】【件数と、時間という代償を見せる枚。中身は読ませない】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3件目、エラーを握りつぶしているという指摘です。その最後にこう書いてありました。
【読み上げる】
「これは CLAUDE.md のルール、『エラーは握りつぶさず、意味のあるメッセージ付きで処理する』にも反する」
【ここで一拍おく】
CLAUDE.md は、私が普段から書いている自分のルールファイルです。
コードでもドキュメントでもなく、私の決めごとです。
Claude はそれを読んだ上で、「このコードはあなたのルールに反している」と言ってきました。
一般論のバグ検出ではなく、私の基準で見ている。
ちなみに1件目も同じです。分配を支出に混ぜている、という指摘。
これも私が決めた会計のルールと食い違っている箇所でした。
【所要 45秒】【★このLTの結論。絶対に削らない】
【投影して後ろから読めるか確認。読めなければ引用文をテキストで打ち直す】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2つの違いです。54秒で3件に対して、2分34秒で7件。
件数は倍以上ですが、時間も約3倍かかります。
面白いのが探し方そのものが変わるところです。
medium のときは「差分が小さいので、8方向のエージェント群は立てずに手作業で確認した」と
書いてありました。high では「8つの観点でエージェントを展開して候補を出し、
重大なものは実際にビルドして動かして確かめた」と。
普段は引数なし。リリース前や、お金や権限を触る差分だけ high。
それくらいの使い分けでいいと思います。
【所要 25秒】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基本は引数なしでいいです。
--fix を付けると指摘するだけでなくその場で直します。
--comment を付けると GitHub のPRに行ごとのコメントとして投稿してくれます。
ひとつだけ。今回はうまく当たりましたが、毎回この精度が出るとは限りません。
差分は自分でも見ます。
【所要 18秒】【最後の一言は必ず言う。質疑がほぼ確実に来るため】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まとめます。人にレビューを出す前に1回だけ通してみてください。
恥ずかしい指摘を人に見せずに済みますし、レビュアーの負担も減ります。
打つコマンドは1つだけです。以上です、ありがとうございました。
【所要 12秒】【合計 4分56秒】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3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レビューを出す前に、</a:t>
            </a:r>
            <a:endParaRPr lang="en-US" sz="4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1回だけ通す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80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 Code  /code-review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お名前 ／ 2026-XX-XX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8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レビュー依頼、少し身構えませんか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3419856" cy="1600200"/>
          </a:xfrm>
          <a:prstGeom prst="roundRect">
            <a:avLst>
              <a:gd name="adj" fmla="val 1714"/>
            </a:avLst>
          </a:prstGeom>
          <a:solidFill>
            <a:srgbClr val="F2F4F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92608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レビュー待ちで手が止まる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1188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自分の作業は進められない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2697480"/>
            <a:ext cx="3419856" cy="1600200"/>
          </a:xfrm>
          <a:prstGeom prst="roundRect">
            <a:avLst>
              <a:gd name="adj" fmla="val 1714"/>
            </a:avLst>
          </a:prstGeom>
          <a:solidFill>
            <a:srgbClr val="F2F4F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92608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初歩的なミスを見せたくない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61188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指摘されて気づく恥ずかしさ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2697480"/>
            <a:ext cx="3419856" cy="1600200"/>
          </a:xfrm>
          <a:prstGeom prst="roundRect">
            <a:avLst>
              <a:gd name="adj" fmla="val 1714"/>
            </a:avLst>
          </a:prstGeom>
          <a:solidFill>
            <a:srgbClr val="F2F4F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292608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相手の時間を取ってしまう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61188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レビュアーも忙しい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382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これを、人に出す前に自分で一回潰せたらいい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3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5B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結論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/code-review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806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引数なし。いまの差分を自動で拾う。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ファイル名も、対象の指定も要りません。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8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今日の前提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モデル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600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 Sonnet 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58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effort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2585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medium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169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バージョン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9169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 Code v2.1.251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029200" cy="1783080"/>
          </a:xfrm>
          <a:prstGeom prst="roundRect">
            <a:avLst>
              <a:gd name="adj" fmla="val 1538"/>
            </a:avLst>
          </a:prstGeom>
          <a:solidFill>
            <a:srgbClr val="F2F4F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913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想定している工程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51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製造／単体実装のレビュー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7548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3382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結合試験まで行けば見つかるものを、その手前で潰す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5349240" cy="3886200"/>
          </a:xfrm>
          <a:prstGeom prst="roundRect">
            <a:avLst>
              <a:gd name="adj" fmla="val 941"/>
            </a:avLst>
          </a:prstGeom>
          <a:solidFill>
            <a:srgbClr val="F2F4F6"/>
          </a:solidFill>
          <a:ln w="15875">
            <a:solidFill>
              <a:srgbClr val="D5DBE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309360" y="1600200"/>
            <a:ext cx="50749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画像を貼る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STEP5_1_:code-review実行前_medium.png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上部の /model・/effort が見えるように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8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題材：ごく普通のPR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 の収支集計CLI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CSVの台帳を読んで、月ごとの収支を出すだけ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4A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4A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029200" cy="1234440"/>
          </a:xfrm>
          <a:prstGeom prst="roundRect">
            <a:avLst>
              <a:gd name="adj" fmla="val 2222"/>
            </a:avLst>
          </a:prstGeom>
          <a:solidFill>
            <a:srgbClr val="F2F4F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3708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build も vet も 無警告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3382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静的解析では、何も出ません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349240" cy="1828800"/>
          </a:xfrm>
          <a:prstGeom prst="roundRect">
            <a:avLst>
              <a:gd name="adj" fmla="val 2000"/>
            </a:avLst>
          </a:prstGeom>
          <a:solidFill>
            <a:srgbClr val="F2F4F6"/>
          </a:solidFill>
          <a:ln w="15875">
            <a:solidFill>
              <a:srgbClr val="D5DBE1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309360" y="160020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画像を貼る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STEP1_差分確認.png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差分の大きさ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3611880"/>
            <a:ext cx="5349240" cy="1828800"/>
          </a:xfrm>
          <a:prstGeom prst="roundRect">
            <a:avLst>
              <a:gd name="adj" fmla="val 2000"/>
            </a:avLst>
          </a:prstGeom>
          <a:solidFill>
            <a:srgbClr val="F2F4F6"/>
          </a:solidFill>
          <a:ln w="15875">
            <a:solidFill>
              <a:srgbClr val="D5DBE1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6309360" y="361188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画像を貼る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STEP2_ビルド&amp;vet確認.png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OK の行が読めれば十分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8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集計しているのは、これだけ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売上なら売上に、それ以外は支出に足していく。最後に 売上 − 支出 で粗利を出す。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31720" y="1783080"/>
            <a:ext cx="7498080" cy="4343400"/>
          </a:xfrm>
          <a:prstGeom prst="roundRect">
            <a:avLst>
              <a:gd name="adj" fmla="val 842"/>
            </a:avLst>
          </a:prstGeom>
          <a:solidFill>
            <a:srgbClr val="F2F4F6"/>
          </a:solidFill>
          <a:ln w="15875">
            <a:solidFill>
              <a:srgbClr val="D5DBE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468880" y="1783080"/>
            <a:ext cx="72237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画像を貼る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STEP3_実装確認.png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上下の余白（プロンプト行）は切り落とす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8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動かす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エラーなし。終了コード 0。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029200" cy="1691640"/>
          </a:xfrm>
          <a:prstGeom prst="roundRect">
            <a:avLst>
              <a:gd name="adj" fmla="val 1622"/>
            </a:avLst>
          </a:prstGeom>
          <a:solidFill>
            <a:srgbClr val="FBEDEB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382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表示された粗利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774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338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36,800 円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5029200" cy="1371600"/>
          </a:xfrm>
          <a:prstGeom prst="roundRect">
            <a:avLst>
              <a:gd name="adj" fmla="val 2000"/>
            </a:avLst>
          </a:prstGeom>
          <a:solidFill>
            <a:srgbClr val="F2F4F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913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実際に残るのは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18795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3,200 円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303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落ちないので、誰も気づかない。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349240" cy="3886200"/>
          </a:xfrm>
          <a:prstGeom prst="roundRect">
            <a:avLst>
              <a:gd name="adj" fmla="val 941"/>
            </a:avLst>
          </a:prstGeom>
          <a:solidFill>
            <a:srgbClr val="F2F4F6"/>
          </a:solidFill>
          <a:ln w="15875">
            <a:solidFill>
              <a:srgbClr val="D5DBE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309360" y="1600200"/>
            <a:ext cx="50749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画像を貼る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STEP4_go run確認.png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「36800」の行に赤い枠線を追加する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8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コマンドを打つ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0" cy="1051560"/>
          </a:xfrm>
          <a:prstGeom prst="roundRect">
            <a:avLst>
              <a:gd name="adj" fmla="val 3478"/>
            </a:avLst>
          </a:prstGeom>
          <a:solidFill>
            <a:srgbClr val="F2F4F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653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/code-review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引数なし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別プロセスで走るので、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待っている間も別の作業を頼めます。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1〜2分で返ってきます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3886200"/>
          </a:xfrm>
          <a:prstGeom prst="roundRect">
            <a:avLst>
              <a:gd name="adj" fmla="val 941"/>
            </a:avLst>
          </a:prstGeom>
          <a:solidFill>
            <a:srgbClr val="F2F4F6"/>
          </a:solidFill>
          <a:ln w="15875">
            <a:solidFill>
              <a:srgbClr val="D5DBE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309360" y="1600200"/>
            <a:ext cx="50749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画像を貼る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STEP5_2_:code-review実行中_medium.png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main と code-review が並ぶ下部が見えるように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8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medium の結果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4A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pPr indent="0" marL="0">
              <a:buNone/>
            </a:pPr>
            <a:r>
              <a:rPr lang="en-US" sz="18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件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</a:t>
            </a:r>
            <a:pPr indent="0" marL="0">
              <a:buNone/>
            </a:pPr>
            <a:r>
              <a:rPr lang="en-US" sz="4000" b="1" dirty="0">
                <a:solidFill>
                  <a:srgbClr val="2E4A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54</a:t>
            </a:r>
            <a:pPr indent="0" marL="0">
              <a:buNone/>
            </a:pPr>
            <a:r>
              <a:rPr lang="en-US" sz="18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秒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624328"/>
            <a:ext cx="146304" cy="146304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514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符号が二重反転して粗利が誤る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82696"/>
            <a:ext cx="146304" cy="146304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729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ゼロ除算で panic する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83133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strconv.Atoi のエラー握りつぶし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3382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3件とも、実際に動かして確認済み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349240" cy="3063240"/>
          </a:xfrm>
          <a:prstGeom prst="roundRect">
            <a:avLst>
              <a:gd name="adj" fmla="val 1194"/>
            </a:avLst>
          </a:prstGeom>
          <a:solidFill>
            <a:srgbClr val="F2F4F6"/>
          </a:solidFill>
          <a:ln w="15875">
            <a:solidFill>
              <a:srgbClr val="D5DBE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309360" y="1554480"/>
            <a:ext cx="50749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画像を貼る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STEP6_2_:code-review実行結果_メイン_medium.png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主役。大きく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800600"/>
            <a:ext cx="2468880" cy="100584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 w="15875">
            <a:solidFill>
              <a:srgbClr val="D5DBE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309360" y="4800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画像を貼る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STEP6_1_..._サブエージェント_medium.png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隅に小さく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8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厳しさを上げる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1051560"/>
          </a:xfrm>
          <a:prstGeom prst="roundRect">
            <a:avLst>
              <a:gd name="adj" fmla="val 3478"/>
            </a:avLst>
          </a:prstGeom>
          <a:solidFill>
            <a:srgbClr val="F2F4F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568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/code-review high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140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low ／ medium ／ high ／ max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同じ差分に、今度は high で。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291840"/>
          </a:xfrm>
          <a:prstGeom prst="roundRect">
            <a:avLst>
              <a:gd name="adj" fmla="val 1111"/>
            </a:avLst>
          </a:prstGeom>
          <a:solidFill>
            <a:srgbClr val="F2F4F6"/>
          </a:solidFill>
          <a:ln w="15875">
            <a:solidFill>
              <a:srgbClr val="D5DBE1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30936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画像を貼る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STEP7_1_:code-review実行前_high.png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入力した行が読めればよい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8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high の結果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4A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pPr indent="0" marL="0">
              <a:buNone/>
            </a:pPr>
            <a:r>
              <a:rPr lang="en-US" sz="18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件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3件 → 7件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38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2:34</a:t>
            </a:r>
            <a:pPr indent="0" marL="0">
              <a:buNone/>
            </a:pP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54秒 → 約3倍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5029200" cy="1051560"/>
          </a:xfrm>
          <a:prstGeom prst="roundRect">
            <a:avLst>
              <a:gd name="adj" fmla="val 2609"/>
            </a:avLst>
          </a:prstGeom>
          <a:solidFill>
            <a:srgbClr val="F2F4F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43484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重要度が色分けされる（赤4件・黄3件）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349240" cy="3931920"/>
          </a:xfrm>
          <a:prstGeom prst="roundRect">
            <a:avLst>
              <a:gd name="adj" fmla="val 930"/>
            </a:avLst>
          </a:prstGeom>
          <a:solidFill>
            <a:srgbClr val="F2F4F6"/>
          </a:solidFill>
          <a:ln w="15875">
            <a:solidFill>
              <a:srgbClr val="D5DBE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画像を貼る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STEP7_4_:code-review実行結果_メイン_high.png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行番号の左の赤・黄の丸が見えるように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8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自分が書いたルールを読んでいる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strconv.Atoi のエラー握りつぶし、についての指摘の末尾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29200" cy="2880360"/>
          </a:xfrm>
          <a:prstGeom prst="roundRect">
            <a:avLst>
              <a:gd name="adj" fmla="val 1270"/>
            </a:avLst>
          </a:prstGeom>
          <a:solidFill>
            <a:srgbClr val="16191D"/>
          </a:solidFill>
          <a:ln w="12700">
            <a:solidFill>
              <a:srgbClr val="16191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57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5B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これは CLAUDE.md のルール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146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「エラーは握りつぶさず、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意味のあるメッセージ付きで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処理する」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977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806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にも反する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46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B3382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コードでもドキュメントでもなく、私の決めごと。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349240" cy="2880360"/>
          </a:xfrm>
          <a:prstGeom prst="roundRect">
            <a:avLst>
              <a:gd name="adj" fmla="val 1270"/>
            </a:avLst>
          </a:prstGeom>
          <a:solidFill>
            <a:srgbClr val="F2F4F6"/>
          </a:solidFill>
          <a:ln w="15875">
            <a:solidFill>
              <a:srgbClr val="D5DBE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309360" y="1783080"/>
            <a:ext cx="50749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画像を貼る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STEP7_3_..._サブエージェント_high.png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ledger.go:40 の指摘だけを切り出して大きく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4846320"/>
            <a:ext cx="2468880" cy="960120"/>
          </a:xfrm>
          <a:prstGeom prst="roundRect">
            <a:avLst>
              <a:gd name="adj" fmla="val 3810"/>
            </a:avLst>
          </a:prstGeom>
          <a:solidFill>
            <a:srgbClr val="F2F4F6"/>
          </a:solidFill>
          <a:ln w="15875">
            <a:solidFill>
              <a:srgbClr val="D5DBE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309360" y="48463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画像を貼る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STEP7_2_..._サブエージェント_high.png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隅に小さく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8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medium と high の違い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663440"/>
                <a:gridCol w="4663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medium（引数なし）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68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high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68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実行時間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91D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54 秒</a:t>
                      </a:r>
                      <a:endParaRPr lang="en-US" sz="16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3382C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 分 34 秒</a:t>
                      </a:r>
                      <a:endParaRPr lang="en-US" sz="16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68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指摘件数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91D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 件</a:t>
                      </a:r>
                      <a:endParaRPr lang="en-US" sz="16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3382C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7 件</a:t>
                      </a:r>
                      <a:endParaRPr lang="en-US" sz="16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68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探し方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191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差分が小さいと判断し、8方向のエージェント群は立てず手作業で検証</a:t>
                      </a:r>
                      <a:endParaRPr lang="en-US" sz="13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191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8つの観点でエージェントを展開し、重大なものは実際にビルド・実行して検証</a:t>
                      </a:r>
                      <a:endParaRPr lang="en-US" sz="13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684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向く場面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191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日常のレビュー前チェック</a:t>
                      </a:r>
                      <a:endParaRPr lang="en-US" sz="13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6191D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リリース前、お金や権限を触る差分</a:t>
                      </a:r>
                      <a:endParaRPr lang="en-US" sz="13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382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普段は引数なし。大きい差分だけ high。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B8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使い方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731520"/>
          </a:xfrm>
          <a:prstGeom prst="roundRect">
            <a:avLst>
              <a:gd name="adj" fmla="val 3750"/>
            </a:avLst>
          </a:prstGeom>
          <a:solidFill>
            <a:srgbClr val="FBEDEB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645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38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/code-review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6459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引数なしでOK。まずはこれだけ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881360" cy="731520"/>
          </a:xfrm>
          <a:prstGeom prst="roundRect">
            <a:avLst>
              <a:gd name="adj" fmla="val 3750"/>
            </a:avLst>
          </a:prstGeom>
          <a:solidFill>
            <a:srgbClr val="F2F4F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514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/code-review high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5146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厳しさを上げる（low 〜 max）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0881360" cy="731520"/>
          </a:xfrm>
          <a:prstGeom prst="roundRect">
            <a:avLst>
              <a:gd name="adj" fmla="val 3750"/>
            </a:avLst>
          </a:prstGeom>
          <a:solidFill>
            <a:srgbClr val="F2F4F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383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/code-review --fix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3383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指摘するだけでなく、その場で直す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10881360" cy="731520"/>
          </a:xfrm>
          <a:prstGeom prst="roundRect">
            <a:avLst>
              <a:gd name="adj" fmla="val 3750"/>
            </a:avLst>
          </a:prstGeom>
          <a:solidFill>
            <a:srgbClr val="F2F4F6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251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91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/code-review --comment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42519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GitHubのPRに行ごとのコメントを投稿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578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91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毎回この精度が出るとは限りません。差分は自分でも見ます。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8992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3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人に出す前に、1回だけ。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80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/code-review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846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ありがとうございました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レビューを出す前に、1回だけ通す</dc:title>
  <dc:subject>PptxGenJS Presentation</dc:subject>
  <dc:creator>Sho Kawakita</dc:creator>
  <cp:lastModifiedBy>Sho Kawakita</cp:lastModifiedBy>
  <cp:revision>1</cp:revision>
  <dcterms:created xsi:type="dcterms:W3CDTF">2026-08-30T02:09:30Z</dcterms:created>
  <dcterms:modified xsi:type="dcterms:W3CDTF">2026-08-30T02:09:30Z</dcterms:modified>
</cp:coreProperties>
</file>